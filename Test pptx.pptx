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0"/>
  </p:normalViewPr>
  <p:slideViewPr>
    <p:cSldViewPr snapToGrid="0">
      <p:cViewPr varScale="1">
        <p:scale>
          <a:sx n="104" d="100"/>
          <a:sy n="104" d="100"/>
        </p:scale>
        <p:origin x="108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6880-EC93-DE02-5FFF-F79D32465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240954-4DEF-8F45-8566-E6357E9EB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1DEA8-48F9-318F-8FB1-115BFE94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02AB2-A463-4DAA-6E25-9F23FA61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C4F38-A56B-2426-8D43-46C219F4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23855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80CD-F6B6-63C7-6479-FD3492A50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ACD84-5813-2304-5BCF-08C09DD00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F21FC-F1B9-F14B-9E9D-EE5E6F180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12EFD-D697-D7E5-DA14-7243AA2D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764F3-D39A-F0A7-8AB8-BC9C2DDF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3980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B8DA-5746-9812-5DF6-092DFA487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3865E-7A52-AB4B-7371-F002DA917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F02BD-50FD-743D-9F41-35319492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6A8F9-A90A-5407-00E5-62F513A9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BEAE0-EA48-2535-6C50-A5C4574C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183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06D0-40E8-11D8-5E52-CDBE6F5B2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5530D-37A0-548A-71A3-1B3E71005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640A3-BDE4-AC22-1EA9-861A14344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9DA68-3866-F635-832F-6836E84A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73B2A-C3D2-C74D-4ECD-85B29775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8C22-0919-98D6-12D6-999D3336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9869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FB0B4-B1E8-B141-02B8-410A2B601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C7BAA-1007-4F8E-46D9-EF042A0D6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65482-BD0C-3138-4D79-EF7ECBC74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1F365-16E3-C796-9A96-4EFC033C8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1D3D1-1DE2-7FD2-CA00-52DAF5330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6D17A-3798-E33A-797C-729C5E7F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A45A27-B0E1-8B26-36C3-F94DCF81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A38CB5-1742-55A6-65EE-9C21E977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70035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0CDC-E3AA-616C-055F-5AF7746D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B0E65-D182-17BB-3D0F-4E7CA57D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1DB7B-72E1-4322-60F5-6216C30F7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4538F-C4A4-A947-854E-2D2DF096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27988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F5689-9D98-6212-8873-87BED95BF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2B5526-2381-FBA1-B934-152A4E7B2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72309-A51B-9262-64AE-FC78D654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85510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84B5-FE61-319C-AE01-5DD90A93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0694B-B779-1D1E-5B14-5317F626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8F2AF-BC6A-DE02-9A0C-C44E5376FC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E145FC-7CD2-C4A2-6792-FB87840B9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79C52-BF3D-D98B-640C-069D1B0BF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8AC51-04BC-149F-7605-68E79D71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96765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B141C-34F5-495F-92CB-E47D386B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58DA4-42A9-4671-2B13-A5955C0237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0823F-913D-71D9-245B-7E9315279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1B4CE-D6D2-DB31-5C22-1E7144B5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B644D-8424-1AFD-175B-42E36C0B1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DC1AA-A7F4-F4E8-BBF4-9244309A2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81101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4AD1D-E57A-4BC1-9CFA-1FB46D96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2031C-5267-56C6-2CD3-B8B353247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5FC98-CD02-D4C7-895F-350A0C65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07DE-4AD6-8739-508F-B53052B24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0067C-84B6-E191-C2BD-B7B13912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426489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69E831-011A-5763-3E30-2E6A76F52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3983B-E51A-B84F-900E-7B5051014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4278A-5C03-6072-D5F6-57E88F020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F305-5F5F-472B-FD97-B60BE946F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910E5-2C4B-D5D2-AB35-86111E55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81766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660299-DC84-88BB-0C3F-8E1E80A8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97BB3-A42A-8517-6090-F0E74738A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6962A-EE47-C654-91D2-F1EEAFD02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D51FB-2269-834B-895B-2E4B0BCEBDF0}" type="datetimeFigureOut">
              <a:rPr lang="en-EG" smtClean="0"/>
              <a:t>19/04/2026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56108-3833-6F80-EE81-C3845A230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8AF9C-CFC3-600F-60E3-9A88AE098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928147-D1C4-6E41-A7D7-ED19B387391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3230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4DAEE0-7639-EE39-3CA8-5A7286952A89}"/>
              </a:ext>
            </a:extLst>
          </p:cNvPr>
          <p:cNvSpPr txBox="1"/>
          <p:nvPr/>
        </p:nvSpPr>
        <p:spPr>
          <a:xfrm>
            <a:off x="1173892" y="803189"/>
            <a:ext cx="4012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EG" dirty="0"/>
              <a:t>Hello </a:t>
            </a:r>
            <a:r>
              <a:rPr lang="en-EG" sz="7200" b="1" dirty="0"/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42576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Nawito</dc:creator>
  <cp:lastModifiedBy>Adham Nawito</cp:lastModifiedBy>
  <cp:revision>1</cp:revision>
  <dcterms:created xsi:type="dcterms:W3CDTF">2026-04-19T13:07:29Z</dcterms:created>
  <dcterms:modified xsi:type="dcterms:W3CDTF">2026-04-19T13:08:05Z</dcterms:modified>
</cp:coreProperties>
</file>